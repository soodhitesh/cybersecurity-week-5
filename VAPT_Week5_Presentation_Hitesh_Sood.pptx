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WEEK 5 TASK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402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Assessment &amp;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Tools – Practical Learning  |  Nmap · Nikto · Burp Suite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57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50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Sood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5257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5550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5257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5550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testphp.vulnweb.com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5257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5550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Tools 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VAPT practice against an authorized, purpose-built vulnerable web application.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760720" cy="4434840"/>
          </a:xfrm>
          <a:prstGeom prst="roundRect">
            <a:avLst>
              <a:gd name="adj" fmla="val 1237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542032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4414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VAPT fundamentals — assessment vs. exploitation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145536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044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hands-on with Nmap, Nikto, and Burp Suite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36484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network for open ports &amp; running 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352544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2519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common web misconfigurations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56048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8554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&amp; analyse live HTTP traffic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5559552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54589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at least 3 real security findings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5603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788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6883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035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scanner — discovers hosts, open ports, services &amp; OS.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9400" y="379476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40233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3922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Nikto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scanner — flags risky files &amp; missing security headers.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502920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525780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5257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157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55046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proxy — captures &amp; inspects live HTTP requests.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Week 5 — Hitesh Sood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NETWORK SCANNING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— Port &amp; Service Discovery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nmap -sS, -sV and -A, plus a ping check, against the authorized target testphp.vulnweb.com.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5488" y="1755648"/>
            <a:ext cx="8010144" cy="2840027"/>
          </a:xfrm>
          <a:prstGeom prst="roundRect">
            <a:avLst>
              <a:gd name="adj" fmla="val 161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/Screenshot_2026-09-17_1205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863840" cy="26937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650539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-A testphp.vulnweb.com — aggressive scan with OS detection &amp; traceroute.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0" y="1828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823960" y="1901952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1000/1000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240487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PORTS FILTERED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0" y="2971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823960" y="3044952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354787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 PACKET LOSS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0" y="4114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823960" y="4187952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hops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469087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DISTANCE (TRACEROUTE)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Week 5 — Hitesh Sood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WEB VULNERABILITY SCAN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Nikto — Server Misconfiguration Scan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the web server for outdated software, risky files, and missing security headers.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5488" y="1755648"/>
            <a:ext cx="8010144" cy="3113675"/>
          </a:xfrm>
          <a:prstGeom prst="roundRect">
            <a:avLst>
              <a:gd name="adj" fmla="val 1468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/WhatsApp_Image_2026-09-17_at_1_03_11_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863840" cy="29673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24187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 -h http://testphp.vulnweb.com — server banner, missing header &amp; wildcard policy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0" y="1828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823960" y="1901952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240487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FINDINGS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0" y="2971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823960" y="3044952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354787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ITEMS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0" y="4114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823960" y="4187952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469087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SCAN DURATION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Week 5 — Hitesh Sood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TRAFFIC INTERCEPTION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— HTTP Request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browser traffic through Burp's proxy (127.0.0.1:8080) and inspected live requests.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5488" y="1755648"/>
            <a:ext cx="8010144" cy="2470085"/>
          </a:xfrm>
          <a:prstGeom prst="roundRect">
            <a:avLst>
              <a:gd name="adj" fmla="val 1851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/Screenshot_2026-09-17_1242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863840" cy="23237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280597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→ HTTP history: captured GET/POST traffic to testphp.vulnweb.com and third parties.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0" y="1828800"/>
            <a:ext cx="2971800" cy="4251960"/>
          </a:xfrm>
          <a:prstGeom prst="roundRect">
            <a:avLst>
              <a:gd name="adj" fmla="val 1846"/>
            </a:avLst>
          </a:prstGeom>
          <a:solidFill>
            <a:srgbClr val="F4F7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15400" y="2011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15400" y="2450592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62288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listener configured on 127.0.0.1:8080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915400" y="3291840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62288" y="3172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GET &amp; POST requests in HTTP history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15400" y="4133088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62288" y="40142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headers: User-Agent, Accept, Connection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15400" y="497433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62288" y="485546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full request/response anatomy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Week 5 — Hitesh Sood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Severity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issues were required — 5 were identified across the three tools.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56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74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X-Content-Type-Options header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76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browser to MIME-sniff responses and render content unexpectedly.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1993392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3DA5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798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157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entry in clientaccesspolicy.xml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017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cross-domain requests from any untrusted Silverlight/Flash client.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0" y="2834640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2834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11296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6393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5570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entry in crossdomain.xml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587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any external domain to make cross-domain requests to the site.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3675888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36758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52544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3982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PHP version disclosed via headers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47000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X-Powered-By &amp; server banner reveal outdated PHP 5.6 / nginx 1.19.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23760" y="4517136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3DA5D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23760" y="45171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193792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" y="5321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52395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ports filtered (host hardened)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55412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drops unsolicited probes — a positive control, noted for completeness.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23760" y="5358384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8A94A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23760" y="5358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Week 5 — Hitesh Sood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54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exposure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4767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network recon (Nmap), automated web scanning (Nikto), and manual traffic analysis (Burp Suite) end-to-end.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across layers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821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issues from network hardening down to header-level and policy-file misconfigurations.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23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over execution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4165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skill was reading results correctly — e.g. a filtered port isn't automatically a vulnerability.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“Understand the results, don't just run the commands.”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Week 5 — Hitesh Sood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2026-09-17T07:46:37Z</dcterms:created>
  <dcterms:modified xsi:type="dcterms:W3CDTF">2026-09-17T07:46:37Z</dcterms:modified>
</cp:coreProperties>
</file>